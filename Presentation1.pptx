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78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50389-82EA-4920-A2A6-420BC7132A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066467-9688-4A3A-A5EF-7E93AF9F81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C2AFF-C751-4759-A745-6F57373C4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0D4A7-D997-4000-8E2D-CDCF58C7071D}" type="datetimeFigureOut">
              <a:rPr lang="id-ID" smtClean="0"/>
              <a:t>30/10/2025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79E4B-C2EB-4238-9772-F55235786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CE008-800F-49FA-9715-65A1442BD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18FEE-D0A3-40C5-A7A0-0898FC48715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54286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4E89E-E522-45C9-8BF3-A0DEAA0E4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92A19-7E84-4293-8493-B70EEDBBE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DEDA2-19D6-4548-B41C-59424C9DE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0D4A7-D997-4000-8E2D-CDCF58C7071D}" type="datetimeFigureOut">
              <a:rPr lang="id-ID" smtClean="0"/>
              <a:t>30/10/2025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DF93D-94A9-41C9-97C5-8B91C4B51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83F66-0790-4F9B-8C76-8E6833474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18FEE-D0A3-40C5-A7A0-0898FC48715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38914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A8D13-C09C-4CEC-8E07-39F470A59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F56D8-151A-4BB2-8AC6-4074A17A5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F313F-ABB2-4381-B404-881D1B25C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0D4A7-D997-4000-8E2D-CDCF58C7071D}" type="datetimeFigureOut">
              <a:rPr lang="id-ID" smtClean="0"/>
              <a:t>30/10/2025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E7B5B0-D83D-4E59-A707-F1027B729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4B69A-FBAF-4EFA-9E71-29FE1AABB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18FEE-D0A3-40C5-A7A0-0898FC48715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75420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4F12E-E7C9-4C3A-BECD-F08D8B47A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C18BE-C19C-4056-947C-49276966DF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696C04-A92B-4097-B098-E2C415D29A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C839AF-FE26-42D8-8210-550172DAA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0D4A7-D997-4000-8E2D-CDCF58C7071D}" type="datetimeFigureOut">
              <a:rPr lang="id-ID" smtClean="0"/>
              <a:t>30/10/2025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EAC26-3D6E-4EC4-A154-EC3ADCACF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90725A-1FC6-4BA4-8A7E-D6D476C57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18FEE-D0A3-40C5-A7A0-0898FC48715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4054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E711C-D723-4222-BED0-0140FCB41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5683E3-FCB5-49E0-A5CD-BFAACEA52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F5644E-D47F-43AF-BB73-03FC9E67CB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99C762-82D5-4A3B-9331-55BA296C99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62F508-12AD-47ED-95ED-729316EC04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06ED33-4371-4EC8-8D39-20A8413FA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0D4A7-D997-4000-8E2D-CDCF58C7071D}" type="datetimeFigureOut">
              <a:rPr lang="id-ID" smtClean="0"/>
              <a:t>30/10/2025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580CDD-1FB8-488B-9122-0DEE1C6C5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5CEE62-1DAD-4697-953B-4EF46411B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18FEE-D0A3-40C5-A7A0-0898FC48715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50327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3FE6A-D027-4862-AB68-6F1F2D9C9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484204-5F14-463E-9A24-6C9DB2514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0D4A7-D997-4000-8E2D-CDCF58C7071D}" type="datetimeFigureOut">
              <a:rPr lang="id-ID" smtClean="0"/>
              <a:t>30/10/2025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ADBCD9-F254-423B-981D-CFBA83FEA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3A9545-7833-450D-9C23-3711D9121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18FEE-D0A3-40C5-A7A0-0898FC48715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5522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411DBA-260C-4843-AA11-78370CA7B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0D4A7-D997-4000-8E2D-CDCF58C7071D}" type="datetimeFigureOut">
              <a:rPr lang="id-ID" smtClean="0"/>
              <a:t>30/10/2025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0256CC-4733-4AE9-917C-97461E296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8311EB-C2DE-413E-8E67-D61D2F790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18FEE-D0A3-40C5-A7A0-0898FC48715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12071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75341-9AF9-4F2B-8024-37C778A2F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4B58B-2FDC-4170-9C7A-CE508727F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F0BDED-6575-4F81-8ABF-DE00CD3A5F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D1B3B-7F71-4B98-B6DB-4ADE066F8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0D4A7-D997-4000-8E2D-CDCF58C7071D}" type="datetimeFigureOut">
              <a:rPr lang="id-ID" smtClean="0"/>
              <a:t>30/10/2025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DB91E8-63E0-470A-9522-BD3A56435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DF947-4928-408F-B008-D950FBAE6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18FEE-D0A3-40C5-A7A0-0898FC48715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06076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2868E-B3B3-4082-AEB3-BAC7D77E0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9AE015-A9D8-46DD-A7B5-51B8237F95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2A310D-B589-439E-B4B8-6EB90352D0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4F3CF0-4743-4FD5-94F9-78A627E85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0D4A7-D997-4000-8E2D-CDCF58C7071D}" type="datetimeFigureOut">
              <a:rPr lang="id-ID" smtClean="0"/>
              <a:t>30/10/2025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43F42C-2396-4F52-9E63-E528E05C4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7172F7-9F46-42F9-926A-396621365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18FEE-D0A3-40C5-A7A0-0898FC48715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35107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763E4-7FD9-444B-8CAF-17D626412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B5605-B524-4D90-8B3F-BF460514F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20C0C-AFB7-48BB-B984-8088F904E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0D4A7-D997-4000-8E2D-CDCF58C7071D}" type="datetimeFigureOut">
              <a:rPr lang="id-ID" smtClean="0"/>
              <a:t>30/10/2025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28128-C3A9-4F43-92FA-412E1D19C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DBFC4-5AF5-40CF-86CF-37E5813E0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18FEE-D0A3-40C5-A7A0-0898FC48715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83637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10921E-06E6-4FB7-9AB1-47D1CE8884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17F88B-5557-45E0-B8E2-DEE5BAC548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3B84E-6FC4-478C-9761-6A4F705B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0D4A7-D997-4000-8E2D-CDCF58C7071D}" type="datetimeFigureOut">
              <a:rPr lang="id-ID" smtClean="0"/>
              <a:t>30/10/2025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ABCEA-6F33-485A-A3C1-A0DAF1AA7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73628-55A2-4F7C-973A-072049CFC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18FEE-D0A3-40C5-A7A0-0898FC48715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78953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4FFD00-F0E5-4F06-887D-C3DC66111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942CB1-FACF-45EF-9DED-560E3FA14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4961D-18FA-44DB-A940-4F3F33EF85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90D4A7-D997-4000-8E2D-CDCF58C7071D}" type="datetimeFigureOut">
              <a:rPr lang="id-ID" smtClean="0"/>
              <a:t>30/10/2025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B051C-7186-44A6-8079-69272D3D31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7312D-0954-4191-9272-777115D831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18FEE-D0A3-40C5-A7A0-0898FC48715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0607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A4A34-C393-4C4A-A7B7-6ED612EFA6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4F985D-0C3C-4E54-9AA8-0AB54DDF09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d-ID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5ED67DE-A0C7-4E58-B981-D683AC5AD5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360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82971-0F79-4AD0-9CEF-41C5C5B0A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D0660-90B2-466E-B46A-4CB9727A5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d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54B91E-FCB9-45B3-B7F0-5D36942E84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476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86D7-BA18-4957-A9FF-70EBCB0DC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FD8D0-242E-4719-8E87-505445199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d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E93FA9-8D95-4255-8C1E-FD2D06153A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23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4ABFA-1C34-4B2B-9B9D-87B286B31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E6DDD-B628-4C46-8D62-AC0D6091C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d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9C4F4F-EC99-452B-BE11-FB3773E12D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569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D0640-E8C1-4266-A36F-9D85E7107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EA10A-7BC8-464E-B906-33C567733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d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50968F-DF4B-46E1-918E-6DE5ABED08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116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7FA41-6A06-4F86-B32D-47D8BFC5B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D07A865-BD57-4FFF-AD7B-6F2A5F3060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</p:spPr>
      </p:pic>
    </p:spTree>
    <p:extLst>
      <p:ext uri="{BB962C8B-B14F-4D97-AF65-F5344CB8AC3E}">
        <p14:creationId xmlns:p14="http://schemas.microsoft.com/office/powerpoint/2010/main" val="824850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BBB88-199C-42C9-82DC-C61E7A034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93ECD-F99B-46BA-B91F-D3679D681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d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30D942-9759-4F22-8584-F837EA81FD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077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Netra Ops</dc:creator>
  <cp:lastModifiedBy>Netra Ops</cp:lastModifiedBy>
  <cp:revision>1</cp:revision>
  <dcterms:created xsi:type="dcterms:W3CDTF">2025-10-30T06:21:33Z</dcterms:created>
  <dcterms:modified xsi:type="dcterms:W3CDTF">2025-10-30T06:24:59Z</dcterms:modified>
</cp:coreProperties>
</file>